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8321675"/>
  <p:notesSz cx="8321675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9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61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Invoice NB11444 — Nature Bazar, 9/6/2026. Courier: Pathao. Customer: sahajahan, 01741235899, sylhet shaporan mejotila bazar. Due amount 1490.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Bazar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023360" y="548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14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print_date</a:t>
            </a: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023360" y="841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No:  </a:t>
            </a: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14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6428232" cy="0"/>
          </a:xfrm>
          <a:prstGeom prst="line">
            <a:avLst/>
          </a:prstGeom>
          <a:noFill/>
          <a:ln w="12700">
            <a:solidFill>
              <a:srgbClr val="D9D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3619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77824" y="14630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  </a:t>
            </a: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Pathao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011680"/>
            <a:ext cx="192024" cy="1920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7824" y="19385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16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432304"/>
            <a:ext cx="192024" cy="19202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7824" y="23591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16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customer_phn</a:t>
            </a: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600" dirty="0"/>
          </a:p>
        </p:txBody>
      </p:sp>
      <p:pic>
        <p:nvPicPr>
          <p:cNvPr id="12" name="Image 3" descr="/home/claude/bar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244" y="1536192"/>
            <a:ext cx="2770632" cy="9144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224528" y="2450592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1200" b="1" kern="0" spc="150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r>
              <a:rPr lang="en-US" sz="1200" b="1" kern="0" spc="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017520"/>
            <a:ext cx="192024" cy="19202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77824" y="2962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address</a:t>
            </a:r>
            <a:endParaRPr lang="en-US" sz="1100" dirty="0"/>
          </a:p>
        </p:txBody>
      </p:sp>
      <p:sp>
        <p:nvSpPr>
          <p:cNvPr id="16" name="Text 9"/>
          <p:cNvSpPr txBox="1"/>
          <p:nvPr/>
        </p:nvSpPr>
        <p:spPr>
          <a:xfrm>
            <a:off x="877824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15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customer_addr</a:t>
            </a: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5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017520"/>
            <a:ext cx="192024" cy="19202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138928" y="2962656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ID</a:t>
            </a:r>
            <a:endParaRPr lang="en-US" sz="1100" dirty="0"/>
          </a:p>
        </p:txBody>
      </p:sp>
      <p:sp>
        <p:nvSpPr>
          <p:cNvPr id="19" name="Text 11"/>
          <p:cNvSpPr txBox="1"/>
          <p:nvPr/>
        </p:nvSpPr>
        <p:spPr>
          <a:xfrm>
            <a:off x="5138928" y="320040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566928" y="3886200"/>
            <a:ext cx="6428232" cy="384048"/>
          </a:xfrm>
          <a:prstGeom prst="rect">
            <a:avLst/>
          </a:prstGeom>
          <a:solidFill>
            <a:srgbClr val="E4F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 txBox="1"/>
          <p:nvPr/>
        </p:nvSpPr>
        <p:spPr>
          <a:xfrm>
            <a:off x="694944" y="3886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8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4526280" y="38862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8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5257800" y="3886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8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172200" y="388620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8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694944" y="4379976"/>
            <a:ext cx="3703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/>
              <a:t>{{</a:t>
            </a:r>
            <a:r>
              <a:rPr lang="en-US" sz="1350" dirty="0" err="1"/>
              <a:t>product_name</a:t>
            </a:r>
            <a:r>
              <a:rPr lang="en-US" sz="1350" dirty="0"/>
              <a:t>}}</a:t>
            </a:r>
          </a:p>
        </p:txBody>
      </p:sp>
      <p:sp>
        <p:nvSpPr>
          <p:cNvPr id="26" name="Text 18"/>
          <p:cNvSpPr txBox="1"/>
          <p:nvPr/>
        </p:nvSpPr>
        <p:spPr>
          <a:xfrm>
            <a:off x="4526280" y="4270248"/>
            <a:ext cx="658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{{qty}}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5257800" y="4270248"/>
            <a:ext cx="822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{{price}}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6172200" y="4270248"/>
            <a:ext cx="6949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{{total}}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566928" y="5440680"/>
            <a:ext cx="6428232" cy="0"/>
          </a:xfrm>
          <a:prstGeom prst="line">
            <a:avLst/>
          </a:prstGeom>
          <a:noFill/>
          <a:ln w="12700">
            <a:solidFill>
              <a:srgbClr val="D9D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 txBox="1"/>
          <p:nvPr/>
        </p:nvSpPr>
        <p:spPr>
          <a:xfrm>
            <a:off x="4224528" y="5678424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Total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5532120" y="56784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13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sb_total</a:t>
            </a: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4224528" y="6025896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Fee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532120" y="6025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4224528" y="6428232"/>
            <a:ext cx="2770632" cy="566928"/>
          </a:xfrm>
          <a:prstGeom prst="roundRect">
            <a:avLst>
              <a:gd name="adj" fmla="val 9677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 txBox="1"/>
          <p:nvPr/>
        </p:nvSpPr>
        <p:spPr>
          <a:xfrm>
            <a:off x="4389120" y="6428232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Amount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5440680" y="642823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d_amnt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}}</a:t>
            </a:r>
            <a:endParaRPr lang="en-US" sz="2000" dirty="0"/>
          </a:p>
        </p:txBody>
      </p:sp>
      <p:sp>
        <p:nvSpPr>
          <p:cNvPr id="37" name="Shape 29"/>
          <p:cNvSpPr/>
          <p:nvPr/>
        </p:nvSpPr>
        <p:spPr>
          <a:xfrm>
            <a:off x="566928" y="7461504"/>
            <a:ext cx="6428232" cy="0"/>
          </a:xfrm>
          <a:prstGeom prst="line">
            <a:avLst/>
          </a:prstGeom>
          <a:noFill/>
          <a:ln w="12700">
            <a:solidFill>
              <a:srgbClr val="D9D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 txBox="1"/>
          <p:nvPr/>
        </p:nvSpPr>
        <p:spPr>
          <a:xfrm>
            <a:off x="566928" y="7571232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shopping with Nature Bazar  •  Cash on delivery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120</Words>
  <Application>Microsoft Office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 NB11444</dc:title>
  <dc:subject>PptxGenJS Presentation</dc:subject>
  <dc:creator>Nature Bazar</dc:creator>
  <cp:lastModifiedBy>shehab rehan</cp:lastModifiedBy>
  <cp:revision>3</cp:revision>
  <dcterms:created xsi:type="dcterms:W3CDTF">2026-09-07T01:56:51Z</dcterms:created>
  <dcterms:modified xsi:type="dcterms:W3CDTF">2026-09-07T02:12:30Z</dcterms:modified>
</cp:coreProperties>
</file>